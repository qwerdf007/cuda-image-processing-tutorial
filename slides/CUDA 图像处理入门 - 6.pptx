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79" r:id="rId4"/>
    <p:sldId id="278" r:id="rId5"/>
    <p:sldId id="280" r:id="rId6"/>
    <p:sldId id="281" r:id="rId7"/>
    <p:sldId id="282" r:id="rId8"/>
    <p:sldId id="283" r:id="rId9"/>
    <p:sldId id="27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9B4A8-4442-4EFA-983E-4A3A47E7C37A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CAE5F-3CE4-4689-9B39-A23F7DE76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96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AE5F-3CE4-4689-9B39-A23F7DE768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914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49DDD-9875-44F9-6E92-DA13D1F01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CA5022-F347-A180-0463-ABCE38173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60464-537D-19D0-031A-8DFE3802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741F8B-42BC-476A-51C9-4359246F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0107D4-A13C-3DE1-EBBD-58597B48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7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67E57-8E7C-DF5B-3EA0-DEDF87D9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34DF15-2483-44C5-5685-66C51A7E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6B39EE-10B1-3E27-E440-2272B698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90B9C2-8892-5C3F-2605-C4353E8C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AD0E22-F973-1AE5-26FD-36EE9A93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62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BC9A1-7A29-25DB-845F-A83DADDA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B9A895-385B-EFBC-91A4-0D2BF07F1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94D16-D9BD-33B1-8FEF-A65A6D09B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99E92-0C78-3C28-1B7C-4351628B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9909C5-1E22-4B5B-1E93-82AA7553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5E355-FA50-3036-598C-000291EB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E3C9C-158B-2607-4D52-A5F8B3321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0FC6C1-B332-2760-34EC-9E34A4B7F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20FA37-E392-2A23-A3C8-5B1ED8E7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B4E67-D586-F932-7531-45BD81FD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931849-EBB4-4CC1-151B-9882F52A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66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AEF92-18FB-6C91-B59B-7032656E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5DD432-211A-AB85-5BFF-9D569CC9B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CD84D7-FD85-023A-2257-1ED88CD8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C8C7A7-09E8-8F25-31D9-F0C623ED6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9268A9-83D1-3B1D-562C-E6AFD837A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40F304-99B9-2056-9AF6-BE7D2D58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B90B88-71E8-8468-4663-19F0E6DF0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71E698-F706-FF34-BCB9-04536801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93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8844F-A14F-B5C2-24C8-318FA24D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12B8F9-5FB6-FFA5-2BB5-3E5E8120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235E6E-144E-F740-8EC1-EEDD5E6C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9D2C-52A9-6978-740E-CE2DC1D3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08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D0FBCA-0B56-5965-F135-2049E7FE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998A8B-557E-095D-7B56-E409571A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150E05-9C7F-07FD-2831-27D2322E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3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B1406-B02C-652B-E2DA-76B404E2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31B3E-A291-55F9-616E-90DBEBACF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A96BDE-594A-D247-345A-AD57ED421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FFE24A-D2F2-71E9-5B68-8F812172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F8CE01-C745-DCCF-0837-08F092CC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AA7F1-EA98-74CF-FDD8-E2379A1D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58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7968A-6C25-841F-FA23-0F74CDD8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5FA35A-DF7C-3F2C-9A47-E55FABD5A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5D7B5F-024C-15D8-A470-ED2CB1F85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54ADD0-D316-F158-9755-3DF8200C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39EB74-7FF6-8A38-2ECD-0B452A5A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4E168A-3E48-BBAB-F269-41B87871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3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86121-60DF-E1A3-AD2A-4CE13297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E91008-7646-F4CA-C35D-B395DB591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6F4A0-0415-2DAC-B121-91C3181E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66745-6BC1-F193-02C7-19FC745B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30524-2AE4-2DC9-83D6-7447840B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0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C77D95-CC7F-F505-B181-BFAD1D3F7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F6205B-452E-9C98-533F-F1F82A0C7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0E279-F114-9F20-3CD5-13F9DAE9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070391-B52D-3D73-5DAA-7D426389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2BCBD-E82C-CDD5-138E-C4F3A356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48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EB2143-46D5-1D5F-DC98-381BF217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EA5202-D525-1D51-742D-938EC50F6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4001A4-6B01-43CD-FB2E-0DD7E84CB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E7EED-2046-4448-A79D-DDD88A7B3F82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AC9004-5EBD-8874-B46B-D116EF32E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159186-B754-7DBA-C721-E5ED1CEDE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70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3ECE4-D16A-FF0D-71BB-69970F9A7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altLang="zh-CN" dirty="0"/>
              <a:t>CUDA </a:t>
            </a:r>
            <a:r>
              <a:rPr lang="zh-CN" altLang="en-US" dirty="0"/>
              <a:t>图像处理入门</a:t>
            </a:r>
            <a:br>
              <a:rPr lang="en-US" altLang="zh-CN" dirty="0"/>
            </a:br>
            <a:r>
              <a:rPr lang="en-US" altLang="zh-CN" dirty="0"/>
              <a:t>06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973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"/>
    </mc:Choice>
    <mc:Fallback xmlns="">
      <p:transition spd="slow" advTm="5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5CC439-8163-2976-57B4-1CDD059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图像直方图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20136E-B3B3-E781-B4D7-3D46D7735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统计图像数据，以预定义的方式组织在一起</a:t>
            </a:r>
            <a:endParaRPr lang="en-US" altLang="zh-CN" dirty="0"/>
          </a:p>
          <a:p>
            <a:r>
              <a:rPr lang="zh-CN" altLang="en-US" dirty="0"/>
              <a:t>灰度、颜色、梯度等图像特征都可以进行统计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2688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9CBF3-C91F-5B10-9741-3A9198E0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图像直方图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90C1FE-44E2-4972-1D7B-1A85DBBE1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描述图像整体亮度</a:t>
            </a:r>
            <a:r>
              <a:rPr lang="en-US" altLang="zh-CN" dirty="0"/>
              <a:t>/</a:t>
            </a:r>
            <a:r>
              <a:rPr lang="zh-CN" altLang="en-US" dirty="0"/>
              <a:t>颜色分布</a:t>
            </a:r>
            <a:endParaRPr lang="en-US" altLang="zh-CN" dirty="0"/>
          </a:p>
          <a:p>
            <a:r>
              <a:rPr lang="zh-CN" altLang="en-US" dirty="0"/>
              <a:t>直方图均衡化</a:t>
            </a:r>
            <a:endParaRPr lang="en-US" altLang="zh-CN" dirty="0"/>
          </a:p>
          <a:p>
            <a:r>
              <a:rPr lang="zh-CN" altLang="en-US" dirty="0"/>
              <a:t>阈值选择、对比度、亮度自动调节</a:t>
            </a:r>
            <a:endParaRPr lang="en-US" altLang="zh-CN" dirty="0"/>
          </a:p>
          <a:p>
            <a:r>
              <a:rPr lang="zh-CN" altLang="en-US" dirty="0"/>
              <a:t>目标区域分析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420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5548E5-D03D-F9EB-F234-AA9F346305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60400"/>
                <a:ext cx="10515600" cy="5516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bin</m:t>
                    </m:r>
                    <m:r>
                      <a:rPr lang="en-US" altLang="zh-CN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i="0" dirty="0" err="1">
                                <a:latin typeface="Cambria Math" panose="02040503050406030204" pitchFamily="18" charset="0"/>
                              </a:rPr>
                              <m:t>val</m:t>
                            </m:r>
                          </m:num>
                          <m:den>
                            <m:r>
                              <a:rPr lang="en-US" altLang="zh-CN" i="0" dirty="0">
                                <a:latin typeface="Cambria Math" panose="02040503050406030204" pitchFamily="18" charset="0"/>
                              </a:rPr>
                              <m:t>256</m:t>
                            </m:r>
                          </m:den>
                        </m:f>
                        <m:r>
                          <a:rPr lang="en-US" altLang="zh-CN" i="0" dirty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CN" i="0" dirty="0" err="1">
                            <a:latin typeface="Cambria Math" panose="02040503050406030204" pitchFamily="18" charset="0"/>
                          </a:rPr>
                          <m:t>nbins</m:t>
                        </m:r>
                      </m:e>
                    </m:d>
                  </m:oMath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并发写入冲突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14:m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5548E5-D03D-F9EB-F234-AA9F346305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60400"/>
                <a:ext cx="10515600" cy="5516563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56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BDC1834E-195E-3B5C-889D-068C20143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8890" y="805284"/>
            <a:ext cx="6954220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37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98CAD9ED-F00F-83AA-1648-FA29AEEAC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5968" y="1283198"/>
            <a:ext cx="7440063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24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874DE517-2052-2F69-00AB-FB793BCB8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9390" y="948180"/>
            <a:ext cx="6773220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92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A6834C48-5B01-63D9-4BA8-0536ECF26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1803" y="768350"/>
            <a:ext cx="7248393" cy="540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5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D6182-0B12-9971-A0F1-877EE239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142CC1-78C0-0505-E34E-9FE7EB2E0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图像直方图可用于任何描述图像特征的量</a:t>
            </a:r>
            <a:endParaRPr lang="en-US" altLang="zh-CN" dirty="0"/>
          </a:p>
          <a:p>
            <a:r>
              <a:rPr lang="zh-CN" altLang="en-US" dirty="0"/>
              <a:t>使用 </a:t>
            </a:r>
            <a:r>
              <a:rPr lang="en-US" altLang="zh-CN" dirty="0" err="1"/>
              <a:t>atomicAdd</a:t>
            </a:r>
            <a:r>
              <a:rPr lang="en-US" altLang="zh-CN" dirty="0"/>
              <a:t> </a:t>
            </a:r>
            <a:r>
              <a:rPr lang="zh-CN" altLang="en-US" dirty="0"/>
              <a:t>解决 </a:t>
            </a:r>
            <a:r>
              <a:rPr lang="en-US" altLang="zh-CN" dirty="0"/>
              <a:t>CUDA </a:t>
            </a:r>
            <a:r>
              <a:rPr lang="zh-CN" altLang="en-US" dirty="0"/>
              <a:t>直方图并发写入冲突</a:t>
            </a:r>
          </a:p>
        </p:txBody>
      </p:sp>
    </p:spTree>
    <p:extLst>
      <p:ext uri="{BB962C8B-B14F-4D97-AF65-F5344CB8AC3E}">
        <p14:creationId xmlns:p14="http://schemas.microsoft.com/office/powerpoint/2010/main" val="2165813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3042</TotalTime>
  <Words>77</Words>
  <Application>Microsoft Office PowerPoint</Application>
  <PresentationFormat>宽屏</PresentationFormat>
  <Paragraphs>15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Cambria Math</vt:lpstr>
      <vt:lpstr>Office 主题​​</vt:lpstr>
      <vt:lpstr>CUDA 图像处理入门 06</vt:lpstr>
      <vt:lpstr>图像直方图</vt:lpstr>
      <vt:lpstr>图像直方图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涛 王</dc:creator>
  <cp:lastModifiedBy>涛 王</cp:lastModifiedBy>
  <cp:revision>39</cp:revision>
  <dcterms:created xsi:type="dcterms:W3CDTF">2025-10-12T04:10:01Z</dcterms:created>
  <dcterms:modified xsi:type="dcterms:W3CDTF">2025-12-07T11:48:08Z</dcterms:modified>
</cp:coreProperties>
</file>