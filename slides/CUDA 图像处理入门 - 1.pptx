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64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75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CDF1-7A4D-A34A-2E63-267ED2E1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7D02B5-7933-EE47-3AB3-F0DAFFDD5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50F6FB-F803-F16C-3163-2970F38BD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96772-B4BD-B864-A6C1-B7749328C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366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67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D6413-964C-9104-A45E-C134AF69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与 </a:t>
            </a:r>
            <a:r>
              <a:rPr lang="en-US" altLang="zh-CN" dirty="0"/>
              <a:t>GPU </a:t>
            </a:r>
            <a:r>
              <a:rPr lang="zh-CN" altLang="en-US" dirty="0"/>
              <a:t>芯片资源的分配</a:t>
            </a:r>
          </a:p>
        </p:txBody>
      </p:sp>
      <p:pic>
        <p:nvPicPr>
          <p:cNvPr id="5" name="内容占位符 4" descr="图形用户界面, 图表&#10;&#10;AI 生成的内容可能不正确。">
            <a:extLst>
              <a:ext uri="{FF2B5EF4-FFF2-40B4-BE49-F238E27FC236}">
                <a16:creationId xmlns:a16="http://schemas.microsoft.com/office/drawing/2014/main" id="{9CACF870-CE6B-D4AD-DFAF-F02E6CDA7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97" y="1825625"/>
            <a:ext cx="8812005" cy="4351338"/>
          </a:xfrm>
        </p:spPr>
      </p:pic>
    </p:spTree>
    <p:extLst>
      <p:ext uri="{BB962C8B-B14F-4D97-AF65-F5344CB8AC3E}">
        <p14:creationId xmlns:p14="http://schemas.microsoft.com/office/powerpoint/2010/main" val="66946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8A80-4A33-9CFF-3E0B-6A2CC0F2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94F4F-080E-B0B3-B933-1DA125B6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混合两张图像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DD3C9-4944-82EA-4A4E-AC764075F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009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EE431-2BB8-7EDA-A381-36EE5302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混合两张图像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FF83A6-68F4-98D0-521B-D2866C4CB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FF83A6-68F4-98D0-521B-D2866C4CB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A3C58E5-492C-CAD6-B6D3-5170081B9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343" y="2716998"/>
            <a:ext cx="2405398" cy="24482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0B8B04-88A1-068C-0E60-31DFD11A0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393" y="2707471"/>
            <a:ext cx="2429214" cy="24482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A41DCE-B7B5-27EB-829E-74B886302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259" y="2697945"/>
            <a:ext cx="2424451" cy="2457793"/>
          </a:xfrm>
          <a:prstGeom prst="rect">
            <a:avLst/>
          </a:prstGeom>
        </p:spPr>
      </p:pic>
      <p:sp>
        <p:nvSpPr>
          <p:cNvPr id="10" name="加号 9">
            <a:extLst>
              <a:ext uri="{FF2B5EF4-FFF2-40B4-BE49-F238E27FC236}">
                <a16:creationId xmlns:a16="http://schemas.microsoft.com/office/drawing/2014/main" id="{5E085A35-26AA-62C2-22AF-F240816C011D}"/>
              </a:ext>
            </a:extLst>
          </p:cNvPr>
          <p:cNvSpPr/>
          <p:nvPr/>
        </p:nvSpPr>
        <p:spPr>
          <a:xfrm>
            <a:off x="3962158" y="3714250"/>
            <a:ext cx="525817" cy="453762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号 10">
            <a:extLst>
              <a:ext uri="{FF2B5EF4-FFF2-40B4-BE49-F238E27FC236}">
                <a16:creationId xmlns:a16="http://schemas.microsoft.com/office/drawing/2014/main" id="{2C42BC2E-3CB1-56ED-8807-E56506577950}"/>
              </a:ext>
            </a:extLst>
          </p:cNvPr>
          <p:cNvSpPr/>
          <p:nvPr/>
        </p:nvSpPr>
        <p:spPr>
          <a:xfrm>
            <a:off x="7687430" y="3714250"/>
            <a:ext cx="525600" cy="4536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03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0E991-9695-90A2-11FB-F3ED7116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26DD8-ACA9-48FE-90BC-C062558C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分配资源（显存、流等）</a:t>
            </a:r>
            <a:endParaRPr lang="en-US" altLang="zh-CN" dirty="0"/>
          </a:p>
          <a:p>
            <a:r>
              <a:rPr lang="zh-CN" altLang="en-US" dirty="0"/>
              <a:t>数据从 </a:t>
            </a:r>
            <a:r>
              <a:rPr lang="en-US" altLang="zh-CN" dirty="0"/>
              <a:t>CPU </a:t>
            </a:r>
            <a:r>
              <a:rPr lang="zh-CN" altLang="en-US" dirty="0"/>
              <a:t>传输到 </a:t>
            </a:r>
            <a:r>
              <a:rPr lang="en-US" altLang="zh-CN" dirty="0"/>
              <a:t>GPU</a:t>
            </a:r>
          </a:p>
          <a:p>
            <a:r>
              <a:rPr lang="zh-CN" altLang="en-US" dirty="0"/>
              <a:t>调用定义好的核函数进行处理</a:t>
            </a:r>
            <a:endParaRPr lang="en-US" altLang="zh-CN" dirty="0"/>
          </a:p>
          <a:p>
            <a:r>
              <a:rPr lang="zh-CN" altLang="en-US" dirty="0"/>
              <a:t>数据从 </a:t>
            </a:r>
            <a:r>
              <a:rPr lang="en-US" altLang="zh-CN" dirty="0"/>
              <a:t>GPU </a:t>
            </a:r>
            <a:r>
              <a:rPr lang="zh-CN" altLang="en-US" dirty="0"/>
              <a:t>拷贝到 </a:t>
            </a:r>
            <a:r>
              <a:rPr lang="en-US" altLang="zh-CN" dirty="0"/>
              <a:t>CPU</a:t>
            </a:r>
          </a:p>
          <a:p>
            <a:r>
              <a:rPr lang="zh-CN" altLang="en-US" dirty="0"/>
              <a:t>释放资源</a:t>
            </a:r>
          </a:p>
        </p:txBody>
      </p:sp>
    </p:spTree>
    <p:extLst>
      <p:ext uri="{BB962C8B-B14F-4D97-AF65-F5344CB8AC3E}">
        <p14:creationId xmlns:p14="http://schemas.microsoft.com/office/powerpoint/2010/main" val="272377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6F50A4C-726B-D02E-2328-DEA6FCDF3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064" y="1253331"/>
            <a:ext cx="86018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3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7B4C92-4F9B-A647-5BAA-159693092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547" y="959153"/>
            <a:ext cx="6740906" cy="49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27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CAB8CC5-F382-E170-2835-847F77D06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143" y="1253331"/>
            <a:ext cx="8869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B6D24CA-7960-4186-7EB9-8AC36F99C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611"/>
            <a:ext cx="10515600" cy="5688352"/>
          </a:xfrm>
        </p:spPr>
        <p:txBody>
          <a:bodyPr/>
          <a:lstStyle/>
          <a:p>
            <a:r>
              <a:rPr lang="en-US" altLang="zh-CN" dirty="0" err="1"/>
              <a:t>blockDim.x</a:t>
            </a:r>
            <a:r>
              <a:rPr lang="en-US" altLang="zh-CN" dirty="0"/>
              <a:t> </a:t>
            </a:r>
            <a:r>
              <a:rPr lang="zh-CN" altLang="en-US" dirty="0"/>
              <a:t>每个网格有多少个线程块</a:t>
            </a:r>
            <a:endParaRPr lang="en-US" altLang="zh-CN" dirty="0"/>
          </a:p>
          <a:p>
            <a:r>
              <a:rPr lang="en-US" altLang="zh-CN" dirty="0" err="1"/>
              <a:t>blockIdx.x</a:t>
            </a:r>
            <a:r>
              <a:rPr lang="en-US" altLang="zh-CN" dirty="0"/>
              <a:t> </a:t>
            </a:r>
            <a:r>
              <a:rPr lang="zh-CN" altLang="en-US" dirty="0"/>
              <a:t>第几个线程块</a:t>
            </a:r>
            <a:endParaRPr lang="en-US" altLang="zh-CN" dirty="0"/>
          </a:p>
          <a:p>
            <a:r>
              <a:rPr lang="en-US" altLang="zh-CN" dirty="0" err="1"/>
              <a:t>threadIdx.x</a:t>
            </a:r>
            <a:r>
              <a:rPr lang="en-US" altLang="zh-CN" dirty="0"/>
              <a:t> </a:t>
            </a:r>
            <a:r>
              <a:rPr lang="zh-CN" altLang="en-US" dirty="0"/>
              <a:t>线程块中第几个线程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C8AB34E6-6DB5-BEBF-1E16-23135F121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076" y="2401432"/>
            <a:ext cx="410584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68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6FA81-DF81-8DD2-48BB-FF6259D1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C53FB-C0B0-05B1-3D6F-FE1BF146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显存的分配和传输</a:t>
            </a:r>
            <a:endParaRPr lang="en-US" altLang="zh-CN" dirty="0"/>
          </a:p>
          <a:p>
            <a:r>
              <a:rPr lang="zh-CN" altLang="en-US" dirty="0"/>
              <a:t>核函数的定义和调用</a:t>
            </a:r>
            <a:endParaRPr lang="en-US" altLang="zh-CN" dirty="0"/>
          </a:p>
          <a:p>
            <a:r>
              <a:rPr lang="zh-CN" altLang="en-US" dirty="0"/>
              <a:t>完整的 </a:t>
            </a:r>
            <a:r>
              <a:rPr lang="en-US" altLang="zh-CN" dirty="0"/>
              <a:t>CUDA </a:t>
            </a:r>
            <a:r>
              <a:rPr lang="zh-CN" altLang="en-US" dirty="0"/>
              <a:t>图像处理流程</a:t>
            </a:r>
          </a:p>
        </p:txBody>
      </p:sp>
    </p:spTree>
    <p:extLst>
      <p:ext uri="{BB962C8B-B14F-4D97-AF65-F5344CB8AC3E}">
        <p14:creationId xmlns:p14="http://schemas.microsoft.com/office/powerpoint/2010/main" val="262889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109</Words>
  <Application>Microsoft Office PowerPoint</Application>
  <PresentationFormat>宽屏</PresentationFormat>
  <Paragraphs>22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Office 主题​​</vt:lpstr>
      <vt:lpstr>CUDA 图像处理入门</vt:lpstr>
      <vt:lpstr>CPU 与 GPU 芯片资源的分配</vt:lpstr>
      <vt:lpstr>混合两张图像</vt:lpstr>
      <vt:lpstr>混合两张图像</vt:lpstr>
      <vt:lpstr>CUDA 图像处理步骤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8</cp:revision>
  <dcterms:created xsi:type="dcterms:W3CDTF">2025-10-12T04:10:01Z</dcterms:created>
  <dcterms:modified xsi:type="dcterms:W3CDTF">2025-10-13T15:53:03Z</dcterms:modified>
</cp:coreProperties>
</file>