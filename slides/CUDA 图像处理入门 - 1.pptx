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5" r:id="rId4"/>
    <p:sldId id="258" r:id="rId5"/>
    <p:sldId id="264" r:id="rId6"/>
    <p:sldId id="259" r:id="rId7"/>
    <p:sldId id="260" r:id="rId8"/>
    <p:sldId id="261" r:id="rId9"/>
    <p:sldId id="262" r:id="rId10"/>
    <p:sldId id="263" r:id="rId1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42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479B4A8-4442-4EFA-983E-4A3A47E7C37A}" type="datetimeFigureOut">
              <a:rPr lang="zh-CN" altLang="en-US" smtClean="0"/>
              <a:t>2025/10/18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7DCAE5F-3CE4-4689-9B39-A23F7DE768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45965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DCAE5F-3CE4-4689-9B39-A23F7DE768F1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89147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DCAE5F-3CE4-4689-9B39-A23F7DE768F1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037508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CCDF1-7A4D-A34A-2E63-267ED2E18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B7D02B5-7933-EE47-3AB3-F0DAFFDD59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850F6FB-F803-F16C-3163-2970F38BDE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DE96772-B4BD-B864-A6C1-B7749328C7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DCAE5F-3CE4-4689-9B39-A23F7DE768F1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513666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DCAE5F-3CE4-4689-9B39-A23F7DE768F1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656725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249DDD-9875-44F9-6E92-DA13D1F017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FCA5022-F347-A180-0463-ABCE381737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4260464-537D-19D0-031A-8DFE3802A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E7EED-2046-4448-A79D-DDD88A7B3F82}" type="datetimeFigureOut">
              <a:rPr lang="zh-CN" altLang="en-US" smtClean="0"/>
              <a:t>2025/10/18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6741F8B-42BC-476A-51C9-4359246FE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60107D4-A13C-3DE1-EBBD-58597B487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EDD31-08BC-4BE6-86EE-571A13AF60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02705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6667E57-8E7C-DF5B-3EA0-DEDF87D9D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A34DF15-2483-44C5-5685-66C51A7E2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E6B39EE-10B1-3E27-E440-2272B6985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E7EED-2046-4448-A79D-DDD88A7B3F82}" type="datetimeFigureOut">
              <a:rPr lang="zh-CN" altLang="en-US" smtClean="0"/>
              <a:t>2025/10/18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290B9C2-8892-5C3F-2605-C4353E8C1F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9AD0E22-F973-1AE5-26FD-36EE9A938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EDD31-08BC-4BE6-86EE-571A13AF60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236238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F6BC9A1-7A29-25DB-845F-A83DADDA96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EB9A895-385B-EFBC-91A4-0D2BF07F13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CC94D16-D9BD-33B1-8FEF-A65A6D09BC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E7EED-2046-4448-A79D-DDD88A7B3F82}" type="datetimeFigureOut">
              <a:rPr lang="zh-CN" altLang="en-US" smtClean="0"/>
              <a:t>2025/10/18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7B99E92-0C78-3C28-1B7C-4351628B99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F9909C5-1E22-4B5B-1E93-82AA75539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EDD31-08BC-4BE6-86EE-571A13AF60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01088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DD5E355-FA50-3036-598C-000291EB27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22E3C9C-158B-2607-4D52-A5F8B33216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80FC6C1-B332-2760-34EC-9E34A4B7F6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D20FA37-E392-2A23-A3C8-5B1ED8E7E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E7EED-2046-4448-A79D-DDD88A7B3F82}" type="datetimeFigureOut">
              <a:rPr lang="zh-CN" altLang="en-US" smtClean="0"/>
              <a:t>2025/10/18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3BB4E67-D586-F932-7531-45BD81FD3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E931849-EBB4-4CC1-151B-9882F52A8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EDD31-08BC-4BE6-86EE-571A13AF60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75664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6AEF92-18FB-6C91-B59B-7032656E7A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F5DD432-211A-AB85-5BFF-9D569CC9BB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ACD84D7-FD85-023A-2257-1ED88CD884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AC8C7A7-09E8-8F25-31D9-F0C623ED62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D9268A9-83D1-3B1D-562C-E6AFD837A2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F240F304-99B9-2056-9AF6-BE7D2D589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E7EED-2046-4448-A79D-DDD88A7B3F82}" type="datetimeFigureOut">
              <a:rPr lang="zh-CN" altLang="en-US" smtClean="0"/>
              <a:t>2025/10/18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9DB90B88-71E8-8468-4663-19F0E6DF08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871E698-F706-FF34-BCB9-045368015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EDD31-08BC-4BE6-86EE-571A13AF60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459397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B8844F-A14F-B5C2-24C8-318FA24DBF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912B8F9-5FB6-FFA5-2BB5-3E5E81209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E7EED-2046-4448-A79D-DDD88A7B3F82}" type="datetimeFigureOut">
              <a:rPr lang="zh-CN" altLang="en-US" smtClean="0"/>
              <a:t>2025/10/18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4A235E6E-144E-F740-8EC1-EEDD5E6CF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A329D2C-52A9-6978-740E-CE2DC1D36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EDD31-08BC-4BE6-86EE-571A13AF60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61084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2D0FBCA-0B56-5965-F135-2049E7FE71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E7EED-2046-4448-A79D-DDD88A7B3F82}" type="datetimeFigureOut">
              <a:rPr lang="zh-CN" altLang="en-US" smtClean="0"/>
              <a:t>2025/10/18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E998A8B-557E-095D-7B56-E409571AE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1150E05-9C7F-07FD-2831-27D2322E5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EDD31-08BC-4BE6-86EE-571A13AF60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43328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CB1406-B02C-652B-E2DA-76B404E20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D331B3E-A291-55F9-616E-90DBEBACF6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EA96BDE-594A-D247-345A-AD57ED421F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8FFE24A-D2F2-71E9-5B68-8F81217200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E7EED-2046-4448-A79D-DDD88A7B3F82}" type="datetimeFigureOut">
              <a:rPr lang="zh-CN" altLang="en-US" smtClean="0"/>
              <a:t>2025/10/18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9F8CE01-C745-DCCF-0837-08F092CCD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8CAA7F1-EA98-74CF-FDD8-E2379A1DA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EDD31-08BC-4BE6-86EE-571A13AF60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25811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6C7968A-6C25-841F-FA23-0F74CDD85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A5FA35A-DF7C-3F2C-9A47-E55FABD5A2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A5D7B5F-024C-15D8-A470-ED2CB1F856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A54ADD0-D316-F158-9755-3DF8200C8F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E7EED-2046-4448-A79D-DDD88A7B3F82}" type="datetimeFigureOut">
              <a:rPr lang="zh-CN" altLang="en-US" smtClean="0"/>
              <a:t>2025/10/18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739EB74-7FF6-8A38-2ECD-0B452A5AEB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D4E168A-3E48-BBAB-F269-41B878715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EDD31-08BC-4BE6-86EE-571A13AF60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9312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F886121-60DF-E1A3-AD2A-4CE13297B4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EE91008-7646-F4CA-C35D-B395DB5913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436F4A0-0415-2DAC-B121-91C3181E0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E7EED-2046-4448-A79D-DDD88A7B3F82}" type="datetimeFigureOut">
              <a:rPr lang="zh-CN" altLang="en-US" smtClean="0"/>
              <a:t>2025/10/18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866745-6BC1-F193-02C7-19FC745B3A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CB30524-2AE4-2DC9-83D6-7447840B2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EDD31-08BC-4BE6-86EE-571A13AF60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752016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AC77D95-CC7F-F505-B181-BFAD1D3F7C3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4F6205B-452E-9C98-533F-F1F82A0C7D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ED0E279-F114-9F20-3CD5-13F9DAE96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E7EED-2046-4448-A79D-DDD88A7B3F82}" type="datetimeFigureOut">
              <a:rPr lang="zh-CN" altLang="en-US" smtClean="0"/>
              <a:t>2025/10/18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A070391-B52D-3D73-5DAA-7D4263899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1F2BCBD-E82C-CDD5-138E-C4F3A3564A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EDD31-08BC-4BE6-86EE-571A13AF60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46487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6EB2143-46D5-1D5F-DC98-381BF21740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AEA5202-D525-1D51-742D-938EC50F6C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A4001A4-6B01-43CD-FB2E-0DD7E84CB5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1E7EED-2046-4448-A79D-DDD88A7B3F82}" type="datetimeFigureOut">
              <a:rPr lang="zh-CN" altLang="en-US" smtClean="0"/>
              <a:t>2025/10/18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5AC9004-5EBD-8874-B46B-D116EF32E7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E159186-B754-7DBA-C721-E5ED1CEDE9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30EDD31-08BC-4BE6-86EE-571A13AF60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067082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E43ECE4-D16A-FF0D-71BB-69970F9A7A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/>
          <a:lstStyle/>
          <a:p>
            <a:r>
              <a:rPr lang="en-US" altLang="zh-CN" dirty="0"/>
              <a:t>CUDA </a:t>
            </a:r>
            <a:r>
              <a:rPr lang="zh-CN" altLang="en-US" dirty="0"/>
              <a:t>图像处理入门</a:t>
            </a:r>
            <a:br>
              <a:rPr lang="en-US" altLang="zh-CN" dirty="0"/>
            </a:br>
            <a:r>
              <a:rPr lang="en-US" altLang="zh-CN" dirty="0"/>
              <a:t>01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497318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39"/>
    </mc:Choice>
    <mc:Fallback xmlns="">
      <p:transition spd="slow" advTm="539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39D6413-964C-9104-A45E-C134AF699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CPU </a:t>
            </a:r>
            <a:r>
              <a:rPr lang="zh-CN" altLang="en-US" dirty="0"/>
              <a:t>与 </a:t>
            </a:r>
            <a:r>
              <a:rPr lang="en-US" altLang="zh-CN" dirty="0"/>
              <a:t>GPU </a:t>
            </a:r>
            <a:r>
              <a:rPr lang="zh-CN" altLang="en-US" dirty="0"/>
              <a:t>芯片资源的分配</a:t>
            </a:r>
          </a:p>
        </p:txBody>
      </p:sp>
      <p:pic>
        <p:nvPicPr>
          <p:cNvPr id="5" name="内容占位符 4" descr="图形用户界面, 图表&#10;&#10;AI 生成的内容可能不正确。">
            <a:extLst>
              <a:ext uri="{FF2B5EF4-FFF2-40B4-BE49-F238E27FC236}">
                <a16:creationId xmlns:a16="http://schemas.microsoft.com/office/drawing/2014/main" id="{9CACF870-CE6B-D4AD-DFAF-F02E6CDA72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9997" y="1825625"/>
            <a:ext cx="8812005" cy="4351338"/>
          </a:xfrm>
        </p:spPr>
      </p:pic>
    </p:spTree>
    <p:extLst>
      <p:ext uri="{BB962C8B-B14F-4D97-AF65-F5344CB8AC3E}">
        <p14:creationId xmlns:p14="http://schemas.microsoft.com/office/powerpoint/2010/main" val="6694681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DC8A80-4A33-9CFF-3E0B-6A2CC0F23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094F4F-080E-B0B3-B933-1DA125B6D0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混合两张图像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D7DD3C9-4944-82EA-4A4E-AC764075F7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300917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5CEE431-2BB8-7EDA-A381-36EE5302C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混合两张图像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D5FF83A6-68F4-98D0-521B-D2866C4CB2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1 − </m:t>
                        </m:r>
                        <m:r>
                          <a:rPr lang="zh-CN" alt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</m:d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+ </m:t>
                    </m:r>
                    <m:r>
                      <a:rPr lang="zh-CN" altLang="en-US" b="0" i="1" smtClean="0">
                        <a:latin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D5FF83A6-68F4-98D0-521B-D2866C4CB2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图片 4">
            <a:extLst>
              <a:ext uri="{FF2B5EF4-FFF2-40B4-BE49-F238E27FC236}">
                <a16:creationId xmlns:a16="http://schemas.microsoft.com/office/drawing/2014/main" id="{CA3C58E5-492C-CAD6-B6D3-5170081B9E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3343" y="2716998"/>
            <a:ext cx="2405398" cy="2448267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200B8B04-88A1-068C-0E60-31DFD11A0B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1393" y="2707471"/>
            <a:ext cx="2429214" cy="2448267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A8A41DCE-B7B5-27EB-829E-74B886302DC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23259" y="2697945"/>
            <a:ext cx="2424451" cy="2457793"/>
          </a:xfrm>
          <a:prstGeom prst="rect">
            <a:avLst/>
          </a:prstGeom>
        </p:spPr>
      </p:pic>
      <p:sp>
        <p:nvSpPr>
          <p:cNvPr id="10" name="加号 9">
            <a:extLst>
              <a:ext uri="{FF2B5EF4-FFF2-40B4-BE49-F238E27FC236}">
                <a16:creationId xmlns:a16="http://schemas.microsoft.com/office/drawing/2014/main" id="{5E085A35-26AA-62C2-22AF-F240816C011D}"/>
              </a:ext>
            </a:extLst>
          </p:cNvPr>
          <p:cNvSpPr/>
          <p:nvPr/>
        </p:nvSpPr>
        <p:spPr>
          <a:xfrm>
            <a:off x="3962158" y="3714250"/>
            <a:ext cx="525817" cy="453762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等号 10">
            <a:extLst>
              <a:ext uri="{FF2B5EF4-FFF2-40B4-BE49-F238E27FC236}">
                <a16:creationId xmlns:a16="http://schemas.microsoft.com/office/drawing/2014/main" id="{2C42BC2E-3CB1-56ED-8807-E56506577950}"/>
              </a:ext>
            </a:extLst>
          </p:cNvPr>
          <p:cNvSpPr/>
          <p:nvPr/>
        </p:nvSpPr>
        <p:spPr>
          <a:xfrm>
            <a:off x="7687430" y="3714250"/>
            <a:ext cx="525600" cy="453600"/>
          </a:xfrm>
          <a:prstGeom prst="mathEqua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020333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640E991-9695-90A2-11FB-F3ED7116E6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CUDA </a:t>
            </a:r>
            <a:r>
              <a:rPr lang="zh-CN" altLang="en-US" dirty="0"/>
              <a:t>图像处理步骤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6A26DD8-ACA9-48FE-90BC-C062558C51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分配资源（显存、流等）</a:t>
            </a:r>
            <a:endParaRPr lang="en-US" altLang="zh-CN" dirty="0"/>
          </a:p>
          <a:p>
            <a:r>
              <a:rPr lang="zh-CN" altLang="en-US" dirty="0"/>
              <a:t>数据从 </a:t>
            </a:r>
            <a:r>
              <a:rPr lang="en-US" altLang="zh-CN" dirty="0"/>
              <a:t>CPU </a:t>
            </a:r>
            <a:r>
              <a:rPr lang="zh-CN" altLang="en-US" dirty="0"/>
              <a:t>传输到 </a:t>
            </a:r>
            <a:r>
              <a:rPr lang="en-US" altLang="zh-CN" dirty="0"/>
              <a:t>GPU</a:t>
            </a:r>
          </a:p>
          <a:p>
            <a:r>
              <a:rPr lang="zh-CN" altLang="en-US" dirty="0"/>
              <a:t>调用定义好的核函数进行处理</a:t>
            </a:r>
            <a:endParaRPr lang="en-US" altLang="zh-CN" dirty="0"/>
          </a:p>
          <a:p>
            <a:r>
              <a:rPr lang="zh-CN" altLang="en-US" dirty="0"/>
              <a:t>数据从 </a:t>
            </a:r>
            <a:r>
              <a:rPr lang="en-US" altLang="zh-CN" dirty="0"/>
              <a:t>GPU </a:t>
            </a:r>
            <a:r>
              <a:rPr lang="zh-CN" altLang="en-US" dirty="0"/>
              <a:t>拷贝到 </a:t>
            </a:r>
            <a:r>
              <a:rPr lang="en-US" altLang="zh-CN" dirty="0"/>
              <a:t>CPU</a:t>
            </a:r>
          </a:p>
          <a:p>
            <a:r>
              <a:rPr lang="zh-CN" altLang="en-US" dirty="0"/>
              <a:t>释放资源</a:t>
            </a:r>
          </a:p>
        </p:txBody>
      </p:sp>
    </p:spTree>
    <p:extLst>
      <p:ext uri="{BB962C8B-B14F-4D97-AF65-F5344CB8AC3E}">
        <p14:creationId xmlns:p14="http://schemas.microsoft.com/office/powerpoint/2010/main" val="27237755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B6F50A4C-726B-D02E-2328-DEA6FCDF30C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95064" y="1253331"/>
            <a:ext cx="860187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72325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5D7B4C92-4F9B-A647-5BAA-159693092C8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25547" y="959153"/>
            <a:ext cx="6740906" cy="4939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69276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1CAB8CC5-F382-E170-2835-847F77D06B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61143" y="1253331"/>
            <a:ext cx="8869713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0805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内容占位符 9">
            <a:extLst>
              <a:ext uri="{FF2B5EF4-FFF2-40B4-BE49-F238E27FC236}">
                <a16:creationId xmlns:a16="http://schemas.microsoft.com/office/drawing/2014/main" id="{6B6D24CA-7960-4186-7EB9-8AC36F99C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88611"/>
            <a:ext cx="10515600" cy="5688352"/>
          </a:xfrm>
        </p:spPr>
        <p:txBody>
          <a:bodyPr/>
          <a:lstStyle/>
          <a:p>
            <a:r>
              <a:rPr lang="en-US" altLang="zh-CN" dirty="0" err="1"/>
              <a:t>blockDim.x</a:t>
            </a:r>
            <a:r>
              <a:rPr lang="en-US" altLang="zh-CN" dirty="0"/>
              <a:t> </a:t>
            </a:r>
            <a:r>
              <a:rPr lang="zh-CN" altLang="en-US" dirty="0"/>
              <a:t>每个网格有多少个线程块</a:t>
            </a:r>
            <a:endParaRPr lang="en-US" altLang="zh-CN" dirty="0"/>
          </a:p>
          <a:p>
            <a:r>
              <a:rPr lang="en-US" altLang="zh-CN" dirty="0" err="1"/>
              <a:t>blockIdx.x</a:t>
            </a:r>
            <a:r>
              <a:rPr lang="en-US" altLang="zh-CN" dirty="0"/>
              <a:t> </a:t>
            </a:r>
            <a:r>
              <a:rPr lang="zh-CN" altLang="en-US" dirty="0"/>
              <a:t>第几个线程块</a:t>
            </a:r>
            <a:endParaRPr lang="en-US" altLang="zh-CN" dirty="0"/>
          </a:p>
          <a:p>
            <a:r>
              <a:rPr lang="en-US" altLang="zh-CN" dirty="0" err="1"/>
              <a:t>threadIdx.x</a:t>
            </a:r>
            <a:r>
              <a:rPr lang="en-US" altLang="zh-CN" dirty="0"/>
              <a:t> </a:t>
            </a:r>
            <a:r>
              <a:rPr lang="zh-CN" altLang="en-US" dirty="0"/>
              <a:t>线程块中第几个线程</a:t>
            </a:r>
            <a:endParaRPr lang="en-US" altLang="zh-CN" dirty="0"/>
          </a:p>
          <a:p>
            <a:endParaRPr lang="zh-CN" altLang="en-US" dirty="0"/>
          </a:p>
        </p:txBody>
      </p:sp>
      <p:pic>
        <p:nvPicPr>
          <p:cNvPr id="12" name="图片 11" descr="图示&#10;&#10;AI 生成的内容可能不正确。">
            <a:extLst>
              <a:ext uri="{FF2B5EF4-FFF2-40B4-BE49-F238E27FC236}">
                <a16:creationId xmlns:a16="http://schemas.microsoft.com/office/drawing/2014/main" id="{C8AB34E6-6DB5-BEBF-1E16-23135F1212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3076" y="2401432"/>
            <a:ext cx="4105848" cy="3562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66683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BA6FA81-DF81-8DD2-48BB-FF6259D18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总结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6AC53FB-C0B0-05B1-3D6F-FE1BF146CE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显存的分配和传输</a:t>
            </a:r>
            <a:endParaRPr lang="en-US" altLang="zh-CN" dirty="0"/>
          </a:p>
          <a:p>
            <a:r>
              <a:rPr lang="zh-CN" altLang="en-US" dirty="0"/>
              <a:t>核函数的定义和调用</a:t>
            </a:r>
            <a:endParaRPr lang="en-US" altLang="zh-CN" dirty="0"/>
          </a:p>
          <a:p>
            <a:r>
              <a:rPr lang="zh-CN" altLang="en-US" dirty="0"/>
              <a:t>完整的 </a:t>
            </a:r>
            <a:r>
              <a:rPr lang="en-US" altLang="zh-CN" dirty="0"/>
              <a:t>CUDA </a:t>
            </a:r>
            <a:r>
              <a:rPr lang="zh-CN" altLang="en-US" dirty="0"/>
              <a:t>图像处理流程</a:t>
            </a:r>
          </a:p>
        </p:txBody>
      </p:sp>
    </p:spTree>
    <p:extLst>
      <p:ext uri="{BB962C8B-B14F-4D97-AF65-F5344CB8AC3E}">
        <p14:creationId xmlns:p14="http://schemas.microsoft.com/office/powerpoint/2010/main" val="26288978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576</TotalTime>
  <Words>111</Words>
  <Application>Microsoft Office PowerPoint</Application>
  <PresentationFormat>宽屏</PresentationFormat>
  <Paragraphs>22</Paragraphs>
  <Slides>10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5" baseType="lpstr">
      <vt:lpstr>等线</vt:lpstr>
      <vt:lpstr>等线 Light</vt:lpstr>
      <vt:lpstr>Arial</vt:lpstr>
      <vt:lpstr>Cambria Math</vt:lpstr>
      <vt:lpstr>Office 主题​​</vt:lpstr>
      <vt:lpstr>CUDA 图像处理入门 01</vt:lpstr>
      <vt:lpstr>CPU 与 GPU 芯片资源的分配</vt:lpstr>
      <vt:lpstr>混合两张图像</vt:lpstr>
      <vt:lpstr>混合两张图像</vt:lpstr>
      <vt:lpstr>CUDA 图像处理步骤</vt:lpstr>
      <vt:lpstr>PowerPoint 演示文稿</vt:lpstr>
      <vt:lpstr>PowerPoint 演示文稿</vt:lpstr>
      <vt:lpstr>PowerPoint 演示文稿</vt:lpstr>
      <vt:lpstr>PowerPoint 演示文稿</vt:lpstr>
      <vt:lpstr>总结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涛 王</dc:creator>
  <cp:lastModifiedBy>涛 王</cp:lastModifiedBy>
  <cp:revision>10</cp:revision>
  <dcterms:created xsi:type="dcterms:W3CDTF">2025-10-12T04:10:01Z</dcterms:created>
  <dcterms:modified xsi:type="dcterms:W3CDTF">2025-10-18T05:55:57Z</dcterms:modified>
</cp:coreProperties>
</file>