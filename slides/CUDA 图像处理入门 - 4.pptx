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57" r:id="rId5"/>
    <p:sldId id="261" r:id="rId6"/>
    <p:sldId id="263" r:id="rId7"/>
    <p:sldId id="264" r:id="rId8"/>
    <p:sldId id="266" r:id="rId9"/>
    <p:sldId id="265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4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9B4A8-4442-4EFA-983E-4A3A47E7C37A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CAE5F-3CE4-4689-9B39-A23F7DE76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96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CAE5F-3CE4-4689-9B39-A23F7DE76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91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249DDD-9875-44F9-6E92-DA13D1F01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CA5022-F347-A180-0463-ABCE38173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60464-537D-19D0-031A-8DFE3802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41F8B-42BC-476A-51C9-4359246F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0107D4-A13C-3DE1-EBBD-58597B48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7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67E57-8E7C-DF5B-3EA0-DEDF87D9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34DF15-2483-44C5-5685-66C51A7E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B39EE-10B1-3E27-E440-2272B6985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90B9C2-8892-5C3F-2605-C4353E8C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D0E22-F973-1AE5-26FD-36EE9A938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62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C9A1-7A29-25DB-845F-A83DADDA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B9A895-385B-EFBC-91A4-0D2BF07F1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C94D16-D9BD-33B1-8FEF-A65A6D09B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99E92-0C78-3C28-1B7C-4351628B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9909C5-1E22-4B5B-1E93-82AA7553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5E355-FA50-3036-598C-000291EB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3C9C-158B-2607-4D52-A5F8B3321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FC6C1-B332-2760-34EC-9E34A4B7F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20FA37-E392-2A23-A3C8-5B1ED8E7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BB4E67-D586-F932-7531-45BD81FD3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931849-EBB4-4CC1-151B-9882F52A8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66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EF92-18FB-6C91-B59B-7032656E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5DD432-211A-AB85-5BFF-9D569CC9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CD84D7-FD85-023A-2257-1ED88CD88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C8C7A7-09E8-8F25-31D9-F0C623ED6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D9268A9-83D1-3B1D-562C-E6AFD837A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40F304-99B9-2056-9AF6-BE7D2D58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B90B88-71E8-8468-4663-19F0E6DF0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71E698-F706-FF34-BCB9-04536801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93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B8844F-A14F-B5C2-24C8-318FA24D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2B8F9-5FB6-FFA5-2BB5-3E5E81209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235E6E-144E-F740-8EC1-EEDD5E6CF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329D2C-52A9-6978-740E-CE2DC1D3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084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D0FBCA-0B56-5965-F135-2049E7FE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998A8B-557E-095D-7B56-E409571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150E05-9C7F-07FD-2831-27D232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32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1406-B02C-652B-E2DA-76B404E20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31B3E-A291-55F9-616E-90DBEBAC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A96BDE-594A-D247-345A-AD57ED421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FFE24A-D2F2-71E9-5B68-8F8121720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F8CE01-C745-DCCF-0837-08F092CCD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AA7F1-EA98-74CF-FDD8-E2379A1DA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58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7968A-6C25-841F-FA23-0F74CDD8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5FA35A-DF7C-3F2C-9A47-E55FABD5A2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5D7B5F-024C-15D8-A470-ED2CB1F85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54ADD0-D316-F158-9755-3DF8200C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39EB74-7FF6-8A38-2ECD-0B452A5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4E168A-3E48-BBAB-F269-41B878715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3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86121-60DF-E1A3-AD2A-4CE13297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91008-7646-F4CA-C35D-B395DB591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6F4A0-0415-2DAC-B121-91C3181E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66745-6BC1-F193-02C7-19FC745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30524-2AE4-2DC9-83D6-7447840B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C77D95-CC7F-F505-B181-BFAD1D3F7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F6205B-452E-9C98-533F-F1F82A0C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0E279-F114-9F20-3CD5-13F9DAE96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70391-B52D-3D73-5DAA-7D426389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F2BCBD-E82C-CDD5-138E-C4F3A356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48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EB2143-46D5-1D5F-DC98-381BF21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A5202-D525-1D51-742D-938EC50F6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4001A4-6B01-43CD-FB2E-0DD7E84CB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E7EED-2046-4448-A79D-DDD88A7B3F82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C9004-5EBD-8874-B46B-D116EF32E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159186-B754-7DBA-C721-E5ED1CEDE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0EDD31-08BC-4BE6-86EE-571A13AF60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70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3ECE4-D16A-FF0D-71BB-69970F9A7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dirty="0"/>
              <a:t>CUDA </a:t>
            </a:r>
            <a:r>
              <a:rPr lang="zh-CN" altLang="en-US" dirty="0"/>
              <a:t>图像处理入门</a:t>
            </a:r>
            <a:br>
              <a:rPr lang="en-US" altLang="zh-CN" dirty="0"/>
            </a:br>
            <a:r>
              <a:rPr lang="en-US" altLang="zh-CN" dirty="0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973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9"/>
    </mc:Choice>
    <mc:Fallback xmlns="">
      <p:transition spd="slow" advTm="53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83844-021C-A36E-B1A6-8FDBF271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算法用途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39567B-11CB-5ADF-FD60-0DEF6130A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消除图像噪点</a:t>
            </a:r>
            <a:endParaRPr lang="en-US" altLang="zh-CN" dirty="0"/>
          </a:p>
          <a:p>
            <a:r>
              <a:rPr lang="zh-CN" altLang="en-US" dirty="0"/>
              <a:t>将图像中的不同元素分离出来或组合在一起</a:t>
            </a:r>
            <a:endParaRPr lang="en-US" altLang="zh-CN" dirty="0"/>
          </a:p>
          <a:p>
            <a:r>
              <a:rPr lang="zh-CN" altLang="en-US" dirty="0"/>
              <a:t>图像中强度峰值或谷值的查找</a:t>
            </a:r>
          </a:p>
        </p:txBody>
      </p:sp>
    </p:spTree>
    <p:extLst>
      <p:ext uri="{BB962C8B-B14F-4D97-AF65-F5344CB8AC3E}">
        <p14:creationId xmlns:p14="http://schemas.microsoft.com/office/powerpoint/2010/main" val="77773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B7D0B-3846-FCD5-542D-B6A54F1F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算法原理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DB1406-167A-D9F2-69E2-DBC10F67D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腐蚀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dst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):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element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 ≠ 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src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膨胀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dst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ax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): 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element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) ≠ 0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src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FDB1406-167A-D9F2-69E2-DBC10F67D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020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标&#10;&#10;AI 生成的内容可能不正确。">
            <a:extLst>
              <a:ext uri="{FF2B5EF4-FFF2-40B4-BE49-F238E27FC236}">
                <a16:creationId xmlns:a16="http://schemas.microsoft.com/office/drawing/2014/main" id="{3AC6A453-F40E-761F-7C3D-8CAFE7325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1" y="374650"/>
            <a:ext cx="2133600" cy="2857500"/>
          </a:xfrm>
        </p:spPr>
      </p:pic>
      <p:pic>
        <p:nvPicPr>
          <p:cNvPr id="13" name="图片 12" descr="徽标&#10;&#10;AI 生成的内容可能不正确。">
            <a:extLst>
              <a:ext uri="{FF2B5EF4-FFF2-40B4-BE49-F238E27FC236}">
                <a16:creationId xmlns:a16="http://schemas.microsoft.com/office/drawing/2014/main" id="{40AB405F-3BB4-8856-547E-C0792FB6CA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74650"/>
            <a:ext cx="2133600" cy="2857500"/>
          </a:xfrm>
          <a:prstGeom prst="rect">
            <a:avLst/>
          </a:prstGeom>
        </p:spPr>
      </p:pic>
      <p:pic>
        <p:nvPicPr>
          <p:cNvPr id="15" name="图片 14" descr="图标&#10;&#10;AI 生成的内容可能不正确。">
            <a:extLst>
              <a:ext uri="{FF2B5EF4-FFF2-40B4-BE49-F238E27FC236}">
                <a16:creationId xmlns:a16="http://schemas.microsoft.com/office/drawing/2014/main" id="{7B0948C0-3775-28B5-5F6B-16AD917263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583781"/>
            <a:ext cx="2133600" cy="2857500"/>
          </a:xfrm>
          <a:prstGeom prst="rect">
            <a:avLst/>
          </a:prstGeom>
        </p:spPr>
      </p:pic>
      <p:pic>
        <p:nvPicPr>
          <p:cNvPr id="17" name="图片 16" descr="图标&#10;&#10;AI 生成的内容可能不正确。">
            <a:extLst>
              <a:ext uri="{FF2B5EF4-FFF2-40B4-BE49-F238E27FC236}">
                <a16:creationId xmlns:a16="http://schemas.microsoft.com/office/drawing/2014/main" id="{FC2D540C-E99A-89D7-4815-F5DBBF5220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899" y="368300"/>
            <a:ext cx="2133600" cy="2857500"/>
          </a:xfrm>
          <a:prstGeom prst="rect">
            <a:avLst/>
          </a:prstGeom>
        </p:spPr>
      </p:pic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3902C521-CFFC-B7A8-0B50-FBC29F9AE2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899" y="3583781"/>
            <a:ext cx="2133600" cy="28575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3AE1F26-ECDF-FFDC-8C77-A045313CA35C}"/>
              </a:ext>
            </a:extLst>
          </p:cNvPr>
          <p:cNvSpPr txBox="1"/>
          <p:nvPr/>
        </p:nvSpPr>
        <p:spPr>
          <a:xfrm>
            <a:off x="2204135" y="32443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源图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D4E1C2-036C-FA29-A55A-E0F80A937E98}"/>
              </a:ext>
            </a:extLst>
          </p:cNvPr>
          <p:cNvSpPr txBox="1"/>
          <p:nvPr/>
        </p:nvSpPr>
        <p:spPr>
          <a:xfrm>
            <a:off x="5772834" y="64235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腐蚀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FD8CAB-3DF8-48E9-41FB-FD1AC1F35E78}"/>
              </a:ext>
            </a:extLst>
          </p:cNvPr>
          <p:cNvSpPr txBox="1"/>
          <p:nvPr/>
        </p:nvSpPr>
        <p:spPr>
          <a:xfrm>
            <a:off x="9341534" y="642358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膨胀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DE93BC45-A26F-0D62-F52A-C71A497327C8}"/>
              </a:ext>
            </a:extLst>
          </p:cNvPr>
          <p:cNvSpPr/>
          <p:nvPr/>
        </p:nvSpPr>
        <p:spPr>
          <a:xfrm>
            <a:off x="5988956" y="3263900"/>
            <a:ext cx="214085" cy="2627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7FA42FA8-8E37-5DC3-22BE-C0F7CBBB0699}"/>
              </a:ext>
            </a:extLst>
          </p:cNvPr>
          <p:cNvSpPr/>
          <p:nvPr/>
        </p:nvSpPr>
        <p:spPr>
          <a:xfrm>
            <a:off x="9557656" y="3244334"/>
            <a:ext cx="214085" cy="26273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0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6B08C28-EE8E-D659-C0A4-B6CE96DC5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113" y="711200"/>
            <a:ext cx="7225773" cy="546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86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D9E15-0597-316C-3E94-8A9F2322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内容占位符 15">
            <a:extLst>
              <a:ext uri="{FF2B5EF4-FFF2-40B4-BE49-F238E27FC236}">
                <a16:creationId xmlns:a16="http://schemas.microsoft.com/office/drawing/2014/main" id="{9F855111-DDB4-873B-E296-3CD93A5E4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435" y="647700"/>
            <a:ext cx="6981129" cy="552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16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D630F11-BB69-749F-74AB-5F7A4077E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941" y="1924640"/>
            <a:ext cx="8726118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9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913C16-FE56-F69D-9BDE-679AFABE1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2652" y="541740"/>
            <a:ext cx="730669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5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D156FA4-25B8-21A3-4F46-29BE5C259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0993" y="792597"/>
            <a:ext cx="9050013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56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F79B4C-4955-D536-FC44-BC7D1CDF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2F6C9A-D89F-A687-7179-37A45E31B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腐蚀、膨胀</a:t>
            </a:r>
            <a:endParaRPr lang="en-US" altLang="zh-CN" dirty="0"/>
          </a:p>
          <a:p>
            <a:r>
              <a:rPr lang="en-US" altLang="zh-CN" dirty="0"/>
              <a:t>2D </a:t>
            </a:r>
            <a:r>
              <a:rPr lang="zh-CN" altLang="en-US" dirty="0"/>
              <a:t>执行配置</a:t>
            </a:r>
          </a:p>
        </p:txBody>
      </p:sp>
    </p:spTree>
    <p:extLst>
      <p:ext uri="{BB962C8B-B14F-4D97-AF65-F5344CB8AC3E}">
        <p14:creationId xmlns:p14="http://schemas.microsoft.com/office/powerpoint/2010/main" val="121997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75</Words>
  <Application>Microsoft Office PowerPoint</Application>
  <PresentationFormat>宽屏</PresentationFormat>
  <Paragraphs>18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Office 主题​​</vt:lpstr>
      <vt:lpstr>CUDA 图像处理入门 04</vt:lpstr>
      <vt:lpstr>算法用途</vt:lpstr>
      <vt:lpstr>算法原理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涛 王</dc:creator>
  <cp:lastModifiedBy>涛 王</cp:lastModifiedBy>
  <cp:revision>33</cp:revision>
  <dcterms:created xsi:type="dcterms:W3CDTF">2025-10-12T04:10:01Z</dcterms:created>
  <dcterms:modified xsi:type="dcterms:W3CDTF">2025-11-09T12:53:43Z</dcterms:modified>
</cp:coreProperties>
</file>