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5" r:id="rId4"/>
    <p:sldId id="264" r:id="rId5"/>
    <p:sldId id="267" r:id="rId6"/>
    <p:sldId id="266" r:id="rId7"/>
    <p:sldId id="268" r:id="rId8"/>
    <p:sldId id="269" r:id="rId9"/>
    <p:sldId id="270" r:id="rId10"/>
    <p:sldId id="271" r:id="rId11"/>
    <p:sldId id="272" r:id="rId12"/>
    <p:sldId id="273" r:id="rId13"/>
    <p:sldId id="26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4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79B4A8-4442-4EFA-983E-4A3A47E7C37A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DCAE5F-3CE4-4689-9B39-A23F7DE768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5965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8914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375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201D4-56A5-83F0-0470-636092ADE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ECB3B7-C689-7BAF-5C5D-0AF95C234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AB7B1BC-1E4E-8742-57AB-A6CBD80E0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3AE036-1AE2-60F0-7CA9-25A80E024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7168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249DDD-9875-44F9-6E92-DA13D1F01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FCA5022-F347-A180-0463-ABCE38173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260464-537D-19D0-031A-8DFE3802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741F8B-42BC-476A-51C9-4359246F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0107D4-A13C-3DE1-EBBD-58597B48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27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67E57-8E7C-DF5B-3EA0-DEDF87D9D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34DF15-2483-44C5-5685-66C51A7E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6B39EE-10B1-3E27-E440-2272B698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90B9C2-8892-5C3F-2605-C4353E8C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AD0E22-F973-1AE5-26FD-36EE9A938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3623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BC9A1-7A29-25DB-845F-A83DADDA9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EB9A895-385B-EFBC-91A4-0D2BF07F1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C94D16-D9BD-33B1-8FEF-A65A6D09B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B99E92-0C78-3C28-1B7C-4351628B9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9909C5-1E22-4B5B-1E93-82AA75539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108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D5E355-FA50-3036-598C-000291EB2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2E3C9C-158B-2607-4D52-A5F8B33216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80FC6C1-B332-2760-34EC-9E34A4B7F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20FA37-E392-2A23-A3C8-5B1ED8E7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BB4E67-D586-F932-7531-45BD81FD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931849-EBB4-4CC1-151B-9882F52A8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566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6AEF92-18FB-6C91-B59B-7032656E7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5DD432-211A-AB85-5BFF-9D569CC9B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CD84D7-FD85-023A-2257-1ED88CD88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C8C7A7-09E8-8F25-31D9-F0C623ED62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D9268A9-83D1-3B1D-562C-E6AFD837A2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40F304-99B9-2056-9AF6-BE7D2D58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DB90B88-71E8-8468-4663-19F0E6DF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871E698-F706-FF34-BCB9-04536801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5939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B8844F-A14F-B5C2-24C8-318FA24D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12B8F9-5FB6-FFA5-2BB5-3E5E81209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A235E6E-144E-F740-8EC1-EEDD5E6C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329D2C-52A9-6978-740E-CE2DC1D36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084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D0FBCA-0B56-5965-F135-2049E7FE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E998A8B-557E-095D-7B56-E409571AE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150E05-9C7F-07FD-2831-27D2322E5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4332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CB1406-B02C-652B-E2DA-76B404E2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331B3E-A291-55F9-616E-90DBEBACF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EA96BDE-594A-D247-345A-AD57ED421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FFE24A-D2F2-71E9-5B68-8F8121720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F8CE01-C745-DCCF-0837-08F092CCD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CAA7F1-EA98-74CF-FDD8-E2379A1D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58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C7968A-6C25-841F-FA23-0F74CDD85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5FA35A-DF7C-3F2C-9A47-E55FABD5A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5D7B5F-024C-15D8-A470-ED2CB1F85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54ADD0-D316-F158-9755-3DF8200C8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39EB74-7FF6-8A38-2ECD-0B452A5AE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4E168A-3E48-BBAB-F269-41B878715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931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886121-60DF-E1A3-AD2A-4CE13297B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E91008-7646-F4CA-C35D-B395DB591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36F4A0-0415-2DAC-B121-91C3181E0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866745-6BC1-F193-02C7-19FC745B3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B30524-2AE4-2DC9-83D6-7447840B2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201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C77D95-CC7F-F505-B181-BFAD1D3F7C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4F6205B-452E-9C98-533F-F1F82A0C7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0E279-F114-9F20-3CD5-13F9DAE96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070391-B52D-3D73-5DAA-7D4263899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F2BCBD-E82C-CDD5-138E-C4F3A356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487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EB2143-46D5-1D5F-DC98-381BF217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EA5202-D525-1D51-742D-938EC50F6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4001A4-6B01-43CD-FB2E-0DD7E84CB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AC9004-5EBD-8874-B46B-D116EF32E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159186-B754-7DBA-C721-E5ED1CEDE9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6708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docs.opencv.org/4.8.0/d2/de8/group__core__array.html#ga209f2f4869e304c82d07739337eae7c5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43ECE4-D16A-FF0D-71BB-69970F9A7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US" altLang="zh-CN" dirty="0"/>
              <a:t>CUDA </a:t>
            </a:r>
            <a:r>
              <a:rPr lang="zh-CN" altLang="en-US" dirty="0"/>
              <a:t>图像处理入门</a:t>
            </a:r>
            <a:br>
              <a:rPr lang="en-US" altLang="zh-CN" dirty="0"/>
            </a:br>
            <a:r>
              <a:rPr lang="en-US" altLang="zh-CN" dirty="0"/>
              <a:t>02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731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9"/>
    </mc:Choice>
    <mc:Fallback xmlns="">
      <p:transition spd="slow" advTm="53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9D6413-964C-9104-A45E-C134AF699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图像平滑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211994C1-CF46-D31E-3449-637B079C0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zh-CN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j</m:t>
                        </m:r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e>
                    </m:nary>
                  </m:oMath>
                </a14:m>
                <a:endParaRPr lang="zh-CN" altLang="en-US" dirty="0"/>
              </a:p>
            </p:txBody>
          </p:sp>
        </mc:Choice>
        <mc:Fallback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211994C1-CF46-D31E-3449-637B079C0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B246944E-4EEF-694A-1148-4871597A8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585" y="2629499"/>
            <a:ext cx="2610214" cy="274358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29AB0037-4EC0-5CFB-DCE4-3434D3875D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957" y="3358266"/>
            <a:ext cx="1152686" cy="128605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EA70F8DA-2685-3F08-D1CA-C7144CBCB1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935" y="3015316"/>
            <a:ext cx="184810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46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D74DE-8F63-CD3C-3166-66276EB35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31DEC060-CE3B-6589-FD9F-F2B286BC3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9882" y="3027919"/>
            <a:ext cx="1867161" cy="2000529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BCA93D5E-F459-D590-F81D-FC9076208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1347" y="2643788"/>
            <a:ext cx="2572109" cy="271500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66465C08-96AA-F953-422D-D67A54659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图像平滑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BC745721-7681-25C0-5AA1-63FA71D07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zh-CN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j</m:t>
                        </m:r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e>
                    </m:nary>
                  </m:oMath>
                </a14:m>
                <a:endParaRPr lang="zh-CN" altLang="en-US" dirty="0"/>
              </a:p>
            </p:txBody>
          </p:sp>
        </mc:Choice>
        <mc:Fallback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BC745721-7681-25C0-5AA1-63FA71D07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A6ACD713-35B6-1BBC-9F2D-2335924495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957" y="3358266"/>
            <a:ext cx="1152686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495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29D9B3-E99B-A82D-CA41-13E29A0C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均值滤波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4C55F08-FDC6-C891-62EF-AA20BB5D3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51338"/>
          </a:xfrm>
        </p:spPr>
        <p:txBody>
          <a:bodyPr/>
          <a:lstStyle/>
          <a:p>
            <a:r>
              <a:rPr lang="zh-CN" altLang="en-US" dirty="0"/>
              <a:t>输出像素为其领域的平均值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482F21C-3538-E70D-D880-CA60B688B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358" y="3267762"/>
            <a:ext cx="2867425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09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BA861-39B9-8459-27B9-CC3DAD281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F02ABC-9072-D92C-96B1-F16F9CE0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均值滤波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D36085-E687-C8A5-E9F5-1EE787C35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51338"/>
          </a:xfrm>
        </p:spPr>
        <p:txBody>
          <a:bodyPr/>
          <a:lstStyle/>
          <a:p>
            <a:r>
              <a:rPr lang="zh-CN" altLang="en-US" dirty="0"/>
              <a:t>输出像素为其领域的平均值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345B6-768E-B1B7-FBBA-1115D39F7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358" y="3267762"/>
            <a:ext cx="2867425" cy="146705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2942EB3-796B-B141-AD73-8CAB7EE83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824" y="3239182"/>
            <a:ext cx="2095792" cy="152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667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D2A2C-1A8B-66BD-6826-BCD156C90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B0AFD8-C9C9-0FF1-5C0F-63659928C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均值滤波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235E8E-484A-932D-373A-61E3E6380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51338"/>
          </a:xfrm>
        </p:spPr>
        <p:txBody>
          <a:bodyPr/>
          <a:lstStyle/>
          <a:p>
            <a:r>
              <a:rPr lang="zh-CN" altLang="en-US" dirty="0"/>
              <a:t>输出像素为其领域的平均值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0535C78-69BC-EF11-E302-7695BCC58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358" y="3267762"/>
            <a:ext cx="2867425" cy="146705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5C4235E-9A7F-2C31-8A1E-5E6F8B9C9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824" y="3239182"/>
            <a:ext cx="2095792" cy="152421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57E08D9-0DC6-1EED-F6E2-A3C70C7B4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5925" y="3605946"/>
            <a:ext cx="2029108" cy="82879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5DB6247-2EF1-0B6F-3C0E-57564F1E81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375" y="3239182"/>
            <a:ext cx="1009791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048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内容占位符 6" descr="张着嘴的狗&#10;&#10;AI 生成的内容可能不正确。">
            <a:extLst>
              <a:ext uri="{FF2B5EF4-FFF2-40B4-BE49-F238E27FC236}">
                <a16:creationId xmlns:a16="http://schemas.microsoft.com/office/drawing/2014/main" id="{BE2671C4-B802-BDED-4D64-DAEACABE2A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174" y="1047750"/>
            <a:ext cx="4762500" cy="4762500"/>
          </a:xfrm>
        </p:spPr>
      </p:pic>
      <p:pic>
        <p:nvPicPr>
          <p:cNvPr id="9" name="图片 8" descr="张着嘴的狗&#10;&#10;AI 生成的内容可能不正确。">
            <a:extLst>
              <a:ext uri="{FF2B5EF4-FFF2-40B4-BE49-F238E27FC236}">
                <a16:creationId xmlns:a16="http://schemas.microsoft.com/office/drawing/2014/main" id="{FD4B7167-30E6-00E2-B688-E9CD43928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197" y="104775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2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489FEE02-35F8-33BE-1FA3-52B9CC4705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2046" y="1278431"/>
            <a:ext cx="8287907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220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F1478A87-63C2-FE9B-06DA-C1AC3FA26B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3708" y="622300"/>
            <a:ext cx="5664583" cy="555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76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A19BF7C-7779-1F45-2E70-7CCEDCDB8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9178" y="660400"/>
            <a:ext cx="8093643" cy="551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801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233D97A-EEF4-5BBA-336E-7B16333666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2785" y="2053240"/>
            <a:ext cx="6306430" cy="274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66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36B2A5-213A-ED4E-516B-2A7F34E2D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35645"/>
            <a:ext cx="10515600" cy="5441318"/>
          </a:xfrm>
        </p:spPr>
        <p:txBody>
          <a:bodyPr/>
          <a:lstStyle/>
          <a:p>
            <a:r>
              <a:rPr lang="en-US" altLang="zh-CN" dirty="0">
                <a:hlinkClick r:id="rId2"/>
              </a:rPr>
              <a:t>OpenCV </a:t>
            </a:r>
            <a:r>
              <a:rPr lang="zh-CN" altLang="en-US" dirty="0">
                <a:hlinkClick r:id="rId2"/>
              </a:rPr>
              <a:t>文档</a:t>
            </a:r>
            <a:endParaRPr lang="zh-CN" alt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F1A8A2D-A065-63E6-4895-0E2C23396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76" y="1327169"/>
            <a:ext cx="4114421" cy="4967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32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A6FA81-DF81-8DD2-48BB-FF6259D18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总结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AC53FB-C0B0-05B1-3D6F-FE1BF146C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均值模糊</a:t>
            </a:r>
            <a:endParaRPr lang="en-US" altLang="zh-CN" dirty="0"/>
          </a:p>
          <a:p>
            <a:r>
              <a:rPr lang="zh-CN" altLang="en-US" dirty="0"/>
              <a:t>边界处理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897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1635</TotalTime>
  <Words>54</Words>
  <Application>Microsoft Office PowerPoint</Application>
  <PresentationFormat>宽屏</PresentationFormat>
  <Paragraphs>18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等线</vt:lpstr>
      <vt:lpstr>等线 Light</vt:lpstr>
      <vt:lpstr>Arial</vt:lpstr>
      <vt:lpstr>Cambria Math</vt:lpstr>
      <vt:lpstr>Office 主题​​</vt:lpstr>
      <vt:lpstr>CUDA 图像处理入门 02</vt:lpstr>
      <vt:lpstr>图像平滑</vt:lpstr>
      <vt:lpstr>图像平滑</vt:lpstr>
      <vt:lpstr>均值滤波</vt:lpstr>
      <vt:lpstr>均值滤波</vt:lpstr>
      <vt:lpstr>均值滤波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总结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涛 王</dc:creator>
  <cp:lastModifiedBy>涛 王</cp:lastModifiedBy>
  <cp:revision>17</cp:revision>
  <dcterms:created xsi:type="dcterms:W3CDTF">2025-10-12T04:10:01Z</dcterms:created>
  <dcterms:modified xsi:type="dcterms:W3CDTF">2025-10-18T16:38:10Z</dcterms:modified>
</cp:coreProperties>
</file>