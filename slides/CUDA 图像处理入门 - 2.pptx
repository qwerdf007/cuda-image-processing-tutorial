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5" r:id="rId4"/>
    <p:sldId id="264" r:id="rId5"/>
    <p:sldId id="267" r:id="rId6"/>
    <p:sldId id="266" r:id="rId7"/>
    <p:sldId id="268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4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9B4A8-4442-4EFA-983E-4A3A47E7C37A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CAE5F-3CE4-4689-9B39-A23F7DE76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965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AE5F-3CE4-4689-9B39-A23F7DE768F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914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AE5F-3CE4-4689-9B39-A23F7DE768F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750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201D4-56A5-83F0-0470-636092ADE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ECB3B7-C689-7BAF-5C5D-0AF95C234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B7B1BC-1E4E-8742-57AB-A6CBD80E0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3AE036-1AE2-60F0-7CA9-25A80E024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AE5F-3CE4-4689-9B39-A23F7DE768F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168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49DDD-9875-44F9-6E92-DA13D1F01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CA5022-F347-A180-0463-ABCE38173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260464-537D-19D0-031A-8DFE3802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741F8B-42BC-476A-51C9-4359246FE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0107D4-A13C-3DE1-EBBD-58597B48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27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67E57-8E7C-DF5B-3EA0-DEDF87D9D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34DF15-2483-44C5-5685-66C51A7E2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6B39EE-10B1-3E27-E440-2272B6985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90B9C2-8892-5C3F-2605-C4353E8C1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AD0E22-F973-1AE5-26FD-36EE9A938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623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BC9A1-7A29-25DB-845F-A83DADDA9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B9A895-385B-EFBC-91A4-0D2BF07F1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C94D16-D9BD-33B1-8FEF-A65A6D09B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B99E92-0C78-3C28-1B7C-4351628B9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9909C5-1E22-4B5B-1E93-82AA7553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08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5E355-FA50-3036-598C-000291EB2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E3C9C-158B-2607-4D52-A5F8B33216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0FC6C1-B332-2760-34EC-9E34A4B7F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20FA37-E392-2A23-A3C8-5B1ED8E7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BB4E67-D586-F932-7531-45BD81FD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931849-EBB4-4CC1-151B-9882F52A8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566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AEF92-18FB-6C91-B59B-7032656E7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5DD432-211A-AB85-5BFF-9D569CC9B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CD84D7-FD85-023A-2257-1ED88CD88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C8C7A7-09E8-8F25-31D9-F0C623ED6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D9268A9-83D1-3B1D-562C-E6AFD837A2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40F304-99B9-2056-9AF6-BE7D2D589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B90B88-71E8-8468-4663-19F0E6DF0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71E698-F706-FF34-BCB9-04536801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93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8844F-A14F-B5C2-24C8-318FA24DB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12B8F9-5FB6-FFA5-2BB5-3E5E81209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235E6E-144E-F740-8EC1-EEDD5E6C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329D2C-52A9-6978-740E-CE2DC1D36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084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D0FBCA-0B56-5965-F135-2049E7FE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998A8B-557E-095D-7B56-E409571A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150E05-9C7F-07FD-2831-27D2322E5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332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B1406-B02C-652B-E2DA-76B404E20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331B3E-A291-55F9-616E-90DBEBACF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A96BDE-594A-D247-345A-AD57ED421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FFE24A-D2F2-71E9-5B68-8F8121720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F8CE01-C745-DCCF-0837-08F092CC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CAA7F1-EA98-74CF-FDD8-E2379A1D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58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7968A-6C25-841F-FA23-0F74CDD85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5FA35A-DF7C-3F2C-9A47-E55FABD5A2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5D7B5F-024C-15D8-A470-ED2CB1F85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54ADD0-D316-F158-9755-3DF8200C8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39EB74-7FF6-8A38-2ECD-0B452A5AE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4E168A-3E48-BBAB-F269-41B878715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3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86121-60DF-E1A3-AD2A-4CE13297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E91008-7646-F4CA-C35D-B395DB591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36F4A0-0415-2DAC-B121-91C3181E0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866745-6BC1-F193-02C7-19FC745B3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30524-2AE4-2DC9-83D6-7447840B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201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C77D95-CC7F-F505-B181-BFAD1D3F7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F6205B-452E-9C98-533F-F1F82A0C7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D0E279-F114-9F20-3CD5-13F9DAE96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070391-B52D-3D73-5DAA-7D4263899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F2BCBD-E82C-CDD5-138E-C4F3A356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487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EB2143-46D5-1D5F-DC98-381BF2174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EA5202-D525-1D51-742D-938EC50F6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4001A4-6B01-43CD-FB2E-0DD7E84CB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E7EED-2046-4448-A79D-DDD88A7B3F82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AC9004-5EBD-8874-B46B-D116EF32E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159186-B754-7DBA-C721-E5ED1CEDE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70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3ECE4-D16A-FF0D-71BB-69970F9A7A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CUDA </a:t>
            </a:r>
            <a:r>
              <a:rPr lang="zh-CN" altLang="en-US" dirty="0"/>
              <a:t>图像处理入门</a:t>
            </a:r>
          </a:p>
        </p:txBody>
      </p:sp>
    </p:spTree>
    <p:extLst>
      <p:ext uri="{BB962C8B-B14F-4D97-AF65-F5344CB8AC3E}">
        <p14:creationId xmlns:p14="http://schemas.microsoft.com/office/powerpoint/2010/main" val="234973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9"/>
    </mc:Choice>
    <mc:Fallback xmlns="">
      <p:transition spd="slow" advTm="53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D6413-964C-9104-A45E-C134AF699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图像平滑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11994C1-CF46-D31E-3449-637B079C0A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11994C1-CF46-D31E-3449-637B079C0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B246944E-4EEF-694A-1148-4871597A8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585" y="2629499"/>
            <a:ext cx="2610214" cy="274358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9AB0037-4EC0-5CFB-DCE4-3434D3875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957" y="3358266"/>
            <a:ext cx="1152686" cy="128605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A70F8DA-2685-3F08-D1CA-C7144CBCB1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8935" y="3015316"/>
            <a:ext cx="1848108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68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D74DE-8F63-CD3C-3166-66276EB35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31DEC060-CE3B-6589-FD9F-F2B286BC3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882" y="3027919"/>
            <a:ext cx="1867161" cy="200052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CA93D5E-F459-D590-F81D-FC9076208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1347" y="2643788"/>
            <a:ext cx="2572109" cy="271500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6465C08-96AA-F953-422D-D67A54659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图像平滑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BC745721-7681-25C0-5AA1-63FA71D07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BC745721-7681-25C0-5AA1-63FA71D07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A6ACD713-35B6-1BBC-9F2D-2335924495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957" y="3358266"/>
            <a:ext cx="1152686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495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29D9B3-E99B-A82D-CA41-13E29A0C8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均值滤波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C55F08-FDC6-C891-62EF-AA20BB5D3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51338"/>
          </a:xfrm>
        </p:spPr>
        <p:txBody>
          <a:bodyPr/>
          <a:lstStyle/>
          <a:p>
            <a:r>
              <a:rPr lang="zh-CN" altLang="en-US" dirty="0"/>
              <a:t>输出像素为其领域的平均值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82F21C-3538-E70D-D880-CA60B688B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358" y="3267762"/>
            <a:ext cx="2867425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099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BA861-39B9-8459-27B9-CC3DAD281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F02ABC-9072-D92C-96B1-F16F9CE09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均值滤波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D36085-E687-C8A5-E9F5-1EE787C35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51338"/>
          </a:xfrm>
        </p:spPr>
        <p:txBody>
          <a:bodyPr/>
          <a:lstStyle/>
          <a:p>
            <a:r>
              <a:rPr lang="zh-CN" altLang="en-US" dirty="0"/>
              <a:t>输出像素为其领域的平均值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2345B6-768E-B1B7-FBBA-1115D39F7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358" y="3267762"/>
            <a:ext cx="2867425" cy="14670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2942EB3-796B-B141-AD73-8CAB7EE83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824" y="3239182"/>
            <a:ext cx="2095792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667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D2A2C-1A8B-66BD-6826-BCD156C90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0AFD8-C9C9-0FF1-5C0F-63659928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均值滤波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235E8E-484A-932D-373A-61E3E6380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51338"/>
          </a:xfrm>
        </p:spPr>
        <p:txBody>
          <a:bodyPr/>
          <a:lstStyle/>
          <a:p>
            <a:r>
              <a:rPr lang="zh-CN" altLang="en-US" dirty="0"/>
              <a:t>输出像素为其领域的平均值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535C78-69BC-EF11-E302-7695BCC58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358" y="3267762"/>
            <a:ext cx="2867425" cy="14670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5C4235E-9A7F-2C31-8A1E-5E6F8B9C9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824" y="3239182"/>
            <a:ext cx="2095792" cy="152421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57E08D9-0DC6-1EED-F6E2-A3C70C7B4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657" y="3586892"/>
            <a:ext cx="2029108" cy="82879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5DB6247-2EF1-0B6F-3C0E-57564F1E8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1806" y="3267762"/>
            <a:ext cx="1009791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048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 descr="张着嘴的狗&#10;&#10;AI 生成的内容可能不正确。">
            <a:extLst>
              <a:ext uri="{FF2B5EF4-FFF2-40B4-BE49-F238E27FC236}">
                <a16:creationId xmlns:a16="http://schemas.microsoft.com/office/drawing/2014/main" id="{BE2671C4-B802-BDED-4D64-DAEACABE2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74" y="1047750"/>
            <a:ext cx="4762500" cy="4762500"/>
          </a:xfrm>
        </p:spPr>
      </p:pic>
      <p:pic>
        <p:nvPicPr>
          <p:cNvPr id="9" name="图片 8" descr="张着嘴的狗&#10;&#10;AI 生成的内容可能不正确。">
            <a:extLst>
              <a:ext uri="{FF2B5EF4-FFF2-40B4-BE49-F238E27FC236}">
                <a16:creationId xmlns:a16="http://schemas.microsoft.com/office/drawing/2014/main" id="{FD4B7167-30E6-00E2-B688-E9CD43928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197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2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6FA81-DF81-8DD2-48BB-FF6259D18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AC53FB-C0B0-05B1-3D6F-FE1BF146C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28897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46</Words>
  <Application>Microsoft Office PowerPoint</Application>
  <PresentationFormat>宽屏</PresentationFormat>
  <Paragraphs>15</Paragraphs>
  <Slides>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Arial</vt:lpstr>
      <vt:lpstr>Cambria Math</vt:lpstr>
      <vt:lpstr>Office 主题​​</vt:lpstr>
      <vt:lpstr>CUDA 图像处理入门</vt:lpstr>
      <vt:lpstr>图像平滑</vt:lpstr>
      <vt:lpstr>图像平滑</vt:lpstr>
      <vt:lpstr>均值滤波</vt:lpstr>
      <vt:lpstr>均值滤波</vt:lpstr>
      <vt:lpstr>均值滤波</vt:lpstr>
      <vt:lpstr>PowerPoint 演示文稿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涛 王</dc:creator>
  <cp:lastModifiedBy>涛 王</cp:lastModifiedBy>
  <cp:revision>11</cp:revision>
  <dcterms:created xsi:type="dcterms:W3CDTF">2025-10-12T04:10:01Z</dcterms:created>
  <dcterms:modified xsi:type="dcterms:W3CDTF">2025-10-15T16:07:07Z</dcterms:modified>
</cp:coreProperties>
</file>