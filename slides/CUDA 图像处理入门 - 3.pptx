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42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79B4A8-4442-4EFA-983E-4A3A47E7C37A}" type="datetimeFigureOut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DCAE5F-3CE4-4689-9B39-A23F7DE768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5965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AE5F-3CE4-4689-9B39-A23F7DE768F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8914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249DDD-9875-44F9-6E92-DA13D1F017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FCA5022-F347-A180-0463-ABCE381737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260464-537D-19D0-031A-8DFE3802A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EED-2046-4448-A79D-DDD88A7B3F82}" type="datetimeFigureOut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741F8B-42BC-476A-51C9-4359246FE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0107D4-A13C-3DE1-EBBD-58597B487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0270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667E57-8E7C-DF5B-3EA0-DEDF87D9D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34DF15-2483-44C5-5685-66C51A7E2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6B39EE-10B1-3E27-E440-2272B6985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EED-2046-4448-A79D-DDD88A7B3F82}" type="datetimeFigureOut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90B9C2-8892-5C3F-2605-C4353E8C1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AD0E22-F973-1AE5-26FD-36EE9A938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3623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6BC9A1-7A29-25DB-845F-A83DADDA9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B9A895-385B-EFBC-91A4-0D2BF07F13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C94D16-D9BD-33B1-8FEF-A65A6D09B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EED-2046-4448-A79D-DDD88A7B3F82}" type="datetimeFigureOut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B99E92-0C78-3C28-1B7C-4351628B9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9909C5-1E22-4B5B-1E93-82AA75539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08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D5E355-FA50-3036-598C-000291EB2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2E3C9C-158B-2607-4D52-A5F8B33216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80FC6C1-B332-2760-34EC-9E34A4B7F6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D20FA37-E392-2A23-A3C8-5B1ED8E7E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EED-2046-4448-A79D-DDD88A7B3F82}" type="datetimeFigureOut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BB4E67-D586-F932-7531-45BD81FD3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E931849-EBB4-4CC1-151B-9882F52A8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7566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6AEF92-18FB-6C91-B59B-7032656E7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F5DD432-211A-AB85-5BFF-9D569CC9B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ACD84D7-FD85-023A-2257-1ED88CD884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AC8C7A7-09E8-8F25-31D9-F0C623ED62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D9268A9-83D1-3B1D-562C-E6AFD837A2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40F304-99B9-2056-9AF6-BE7D2D589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EED-2046-4448-A79D-DDD88A7B3F82}" type="datetimeFigureOut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DB90B88-71E8-8468-4663-19F0E6DF0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871E698-F706-FF34-BCB9-045368015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5939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B8844F-A14F-B5C2-24C8-318FA24DB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912B8F9-5FB6-FFA5-2BB5-3E5E81209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EED-2046-4448-A79D-DDD88A7B3F82}" type="datetimeFigureOut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A235E6E-144E-F740-8EC1-EEDD5E6CF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A329D2C-52A9-6978-740E-CE2DC1D36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1084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2D0FBCA-0B56-5965-F135-2049E7FE7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EED-2046-4448-A79D-DDD88A7B3F82}" type="datetimeFigureOut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998A8B-557E-095D-7B56-E409571AE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1150E05-9C7F-07FD-2831-27D2322E5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4332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CB1406-B02C-652B-E2DA-76B404E20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331B3E-A291-55F9-616E-90DBEBACF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EA96BDE-594A-D247-345A-AD57ED421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8FFE24A-D2F2-71E9-5B68-8F8121720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EED-2046-4448-A79D-DDD88A7B3F82}" type="datetimeFigureOut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9F8CE01-C745-DCCF-0837-08F092CCD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8CAA7F1-EA98-74CF-FDD8-E2379A1DA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2581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C7968A-6C25-841F-FA23-0F74CDD85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A5FA35A-DF7C-3F2C-9A47-E55FABD5A2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A5D7B5F-024C-15D8-A470-ED2CB1F856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A54ADD0-D316-F158-9755-3DF8200C8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EED-2046-4448-A79D-DDD88A7B3F82}" type="datetimeFigureOut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739EB74-7FF6-8A38-2ECD-0B452A5AE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4E168A-3E48-BBAB-F269-41B878715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931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886121-60DF-E1A3-AD2A-4CE13297B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EE91008-7646-F4CA-C35D-B395DB591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36F4A0-0415-2DAC-B121-91C3181E0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EED-2046-4448-A79D-DDD88A7B3F82}" type="datetimeFigureOut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866745-6BC1-F193-02C7-19FC745B3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B30524-2AE4-2DC9-83D6-7447840B2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5201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AC77D95-CC7F-F505-B181-BFAD1D3F7C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4F6205B-452E-9C98-533F-F1F82A0C7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D0E279-F114-9F20-3CD5-13F9DAE96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EED-2046-4448-A79D-DDD88A7B3F82}" type="datetimeFigureOut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070391-B52D-3D73-5DAA-7D4263899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F2BCBD-E82C-CDD5-138E-C4F3A3564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6487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6EB2143-46D5-1D5F-DC98-381BF2174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EA5202-D525-1D51-742D-938EC50F6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4001A4-6B01-43CD-FB2E-0DD7E84CB5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1E7EED-2046-4448-A79D-DDD88A7B3F82}" type="datetimeFigureOut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AC9004-5EBD-8874-B46B-D116EF32E7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159186-B754-7DBA-C721-E5ED1CEDE9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6708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43ECE4-D16A-FF0D-71BB-69970F9A7A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/>
          <a:lstStyle/>
          <a:p>
            <a:r>
              <a:rPr lang="en-US" altLang="zh-CN" dirty="0"/>
              <a:t>CUDA </a:t>
            </a:r>
            <a:r>
              <a:rPr lang="zh-CN" altLang="en-US" dirty="0"/>
              <a:t>图像处理入门</a:t>
            </a:r>
            <a:br>
              <a:rPr lang="en-US" altLang="zh-CN" dirty="0"/>
            </a:br>
            <a:r>
              <a:rPr lang="en-US" altLang="zh-CN" dirty="0"/>
              <a:t>03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49731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9"/>
    </mc:Choice>
    <mc:Fallback xmlns="">
      <p:transition spd="slow" advTm="53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A99AAE-F2B4-834B-B295-78A7CCFF7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29AE54-DE7D-EE55-5AF4-225DB056A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6783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1650</TotalTime>
  <Words>6</Words>
  <Application>Microsoft Office PowerPoint</Application>
  <PresentationFormat>宽屏</PresentationFormat>
  <Paragraphs>2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CUDA 图像处理入门 03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涛 王</dc:creator>
  <cp:lastModifiedBy>涛 王</cp:lastModifiedBy>
  <cp:revision>18</cp:revision>
  <dcterms:created xsi:type="dcterms:W3CDTF">2025-10-12T04:10:01Z</dcterms:created>
  <dcterms:modified xsi:type="dcterms:W3CDTF">2025-10-26T06:48:01Z</dcterms:modified>
</cp:coreProperties>
</file>